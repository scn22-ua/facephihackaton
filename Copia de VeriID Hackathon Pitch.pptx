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Outfit"/>
      <p:regular r:id="rId22"/>
      <p:bold r:id="rId23"/>
    </p:embeddedFont>
    <p:embeddedFont>
      <p:font typeface="Outfit SemiBo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Outfit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OutfitSemiBold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utfi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11" Type="http://schemas.openxmlformats.org/officeDocument/2006/relationships/image" Target="../media/image27.png"/><Relationship Id="rId10" Type="http://schemas.openxmlformats.org/officeDocument/2006/relationships/image" Target="../media/image14.png"/><Relationship Id="rId12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210130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95500" y="2996654"/>
            <a:ext cx="8001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Veri</a:t>
            </a:r>
            <a:r>
              <a:rPr b="1" i="0" lang="en-US" sz="60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02535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Onboarding digital seguro, anti-fraude y sin fricciones. La solución definitiva de identidad 360º.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6217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62175"/>
            <a:ext cx="3492549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62175"/>
            <a:ext cx="349254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El Problema Actual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257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Fricción Constante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37338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procesos de verificación actuales son manuales, lentos y provocan que las empresas pierdan clientes legítimos durante el alta.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5074" y="3257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Fraude Avanzado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5074" y="37338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fotos estáticas, DNIs impresos o identidades robadas que los sistemas básicos son incapaces de detectar y bloquear.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3374" y="3257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Datos Inconsistentes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374" y="37338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Direcciones falsas o datos manipulados digitalmente que pasan los controles superficiales sin ser validados contra fuentes reales.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908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908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90800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95500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Nuestra Solución Integral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17526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Aplicación integral de escritorio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que valida la identidad del usuario de extremo a extremo en menos de 2 minutos.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2857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Extracción precisa de datos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mediante un avanzado motor OCR entrenado con Deep Learning.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36576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Validación cruzada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comprobando el anverso del documento contra la zona MRZ del reverso.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57250" y="4457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Comprobación de ubicaciones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conectando con bases de datos cartográficas reales (OpenStreetMap).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5257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Seguridad biométrica inquebrantable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combinando prueba de vida 3D y reconocimiento facial.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05025"/>
            <a:ext cx="52197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17335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8384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36385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44386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2387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86225"/>
            <a:ext cx="1104900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29125"/>
            <a:ext cx="243066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44180" y="2114550"/>
            <a:ext cx="243066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6860" y="4429125"/>
            <a:ext cx="243066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541" y="1885950"/>
            <a:ext cx="2430660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Flujo de Verificación Anti-Fraude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4629150"/>
            <a:ext cx="213214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Captura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71525" y="4962525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usuario muestra el anverso y reverso de su DNI físico a la cámara en tiempo real o sube imágenes en alta calidad.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3644205" y="2314575"/>
            <a:ext cx="213214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Extracción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3644205" y="2647950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Nuestro modelo procesa la imagen, extrae los datos visuales y decodifica el MRZ, validando fechas y vigencias.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16885" y="4629150"/>
            <a:ext cx="213214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Liveness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16885" y="4962525"/>
            <a:ext cx="203061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Exigimos giros de cabeza a ambos lados analizando en tiempo real el ratio nariz/cara mediante landmarks faciales.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389566" y="2085975"/>
            <a:ext cx="213214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4. Match Final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389566" y="2419350"/>
            <a:ext cx="20306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Verificamos que el rostro en vivo coincida con el DNI, usando descriptores ORB para asegurar que el documento es real.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1672530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285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45210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285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417891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285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290571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2857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0376"/>
            <a:ext cx="3492549" cy="3689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60376"/>
            <a:ext cx="3492549" cy="3689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60376"/>
            <a:ext cx="3492549" cy="3689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260401"/>
            <a:ext cx="30924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2260401"/>
            <a:ext cx="30924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2260401"/>
            <a:ext cx="30924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Arquitectura Técnica Base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4165401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Backend &amp; Lógica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71525" y="4574976"/>
            <a:ext cx="30924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Desarrollado íntegramente en Python 3 con interfaz nativa Tkinter para procesamiento en el lado del cliente y control absoluto.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549824" y="4165401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Visión &amp; Biometría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549824" y="4574976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Integración nativa de OpenCV y dlib para detección facial de alta precisión, cálculo de landmarks y feature matching (ORB).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28124" y="4165401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D3EE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OCR &amp; Geodata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328124" y="4574976"/>
            <a:ext cx="309249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del modelo docTR (Deep Learning) para lectura de texto e integración de la API Nominatim (Geopy) para validaciones de mapas.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2269926"/>
            <a:ext cx="3073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9349" y="2269926"/>
            <a:ext cx="3073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37649" y="2269926"/>
            <a:ext cx="3073449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Ventajas Competitivas Únicas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47750" y="1524000"/>
            <a:ext cx="10572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Tolerancia Multi-idioma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Nuestro avanzado motor OCR está preparado para entender etiquetas en Castellano, Catalán/Valenciano, Euskera y Gallego, superando las barreras del formato.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047750" y="2714625"/>
            <a:ext cx="10572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Geográfica Real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No nos limitamos a leer el domicilio. Nos conectamos a la API de Nominatim para confirmar en milisegundos que el lugar de nacimiento y dirección existen en el mapa.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047750" y="3905250"/>
            <a:ext cx="10572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Doble Factor Físico Exigido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 diferencia de otras apps, usamos algoritmos de visión ORB para garantizar que el usuario sostiene el DNI original en su mano durante la validación biométrica.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047750" y="5095875"/>
            <a:ext cx="105727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Detección de Vida 3D Realtime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Bloqueamos fotos impresas y suplantaciones digitales analizando la geometría de los "landmarks" faciales para confirmar la profundidad mediante movimientos.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43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382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71500" y="571500"/>
            <a:ext cx="55006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Casos de Uso &amp; Roadmap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15240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Nuestra solución es el motor perfecto para industrias que requieren máxima seguridad sin sacrificar la experiencia del usuario: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010150"/>
            <a:ext cx="212026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PRÓXIMOS PASOS (V2)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53435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Despliegue de la lógica core como una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 RESTful (FastAPI)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integración de modelos detectores de Deepfakes y ampliación del soporte OCR para pasaportes internacionales.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7250" y="2628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Fintech &amp; Banca: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Alta de cuentas y prevención de blanqueo de capitales (AML).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57250" y="3429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Movilidad Urbana: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Alquiler de carsharing o patinetes eléctricos.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57250" y="4229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Hospitality: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Check-in automático y seguro en hoteles.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26098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34099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4210050"/>
            <a:ext cx="85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8572500" y="0"/>
            <a:ext cx="1428750" cy="7134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78535"/>
            <a:ext cx="110490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7875" y="181734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295275" y="248409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¿Preguntas?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36366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Listos para una Demostración Técnica en Vivo.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